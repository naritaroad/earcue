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Alex Rivera: Good afternoon, everyone. Five of us will walk you through one paper today. I am Alex, your host.</a:t>
            </a:r>
          </a:p>
          <a:p>
            <a:r>
              <a:t>P1 Alex Rivera: Mina starts with the background. Leo explains the method, Sara shows the results, and Omar ends with advice for cities.</a:t>
            </a:r>
          </a:p>
          <a:p>
            <a:r>
              <a:t>P1 Alex Rivera: The paper asks a simple question: do street trees keep summer nights cooler? Mina, let's start with something we all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Alex Rivera: Quick poll first. Raise your hand if you could not sleep because of the heat last summer. That is a lot of hands.</a:t>
            </a:r>
          </a:p>
          <a:p>
            <a:r>
              <a:t>P2 Mina Park: I am one of them. Alex, did you know the night is where cities and the countryside differ most?</a:t>
            </a:r>
          </a:p>
          <a:p>
            <a:r>
              <a:t>P1 Alex Rivera: Really? I thought the afternoon was the worst part.</a:t>
            </a:r>
          </a:p>
          <a:p>
            <a:r>
              <a:t>P2 Mina Park: The afternoon is hot everywhere. But after sunset, the countryside cools down fast. The city does not.</a:t>
            </a:r>
          </a:p>
          <a:p>
            <a:r>
              <a:t>P1 Alex Rivera: Why not?</a:t>
            </a:r>
          </a:p>
          <a:p>
            <a:r>
              <a:t>P2 Mina Park: Concrete and asphalt store heat during the day. At night they slowly give it back, like a warm stone in your hand.</a:t>
            </a:r>
          </a:p>
          <a:p>
            <a:r>
              <a:t>P2 Mina Park: Scientists call this the urban heat island. In some cities, nights are now five degrees warmer than nearby fields.</a:t>
            </a:r>
          </a:p>
          <a:p>
            <a:r>
              <a:t>P1 Alex Rivera: So it is not just about comfort?</a:t>
            </a:r>
          </a:p>
          <a:p>
            <a:r>
              <a:t>P2 Mina Park: No. Hot nights mean poor sleep, and older people are at real risk. That is why this paper looks at the night, not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 Mina Park: Trees help in two ways. First, shade. A shaded road stores much less heat during the day, so it has less to give back at night.</a:t>
            </a:r>
          </a:p>
          <a:p>
            <a:r>
              <a:t>P2 Mina Park: Second, water. Leaves release water into the air. That works like sweat on your skin, and it cools the air around the tree.</a:t>
            </a:r>
          </a:p>
          <a:p>
            <a:r>
              <a:t>P2 Mina Park: We know this works in the afternoon. But at night there is no sun to block, and leaves release much less water.</a:t>
            </a:r>
          </a:p>
          <a:p>
            <a:r>
              <a:t>P2 Mina Park: So the open question was: do trees still cool a street after dark? And does one tree help, or do you need many?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 Mina Park: The authors ask two questions. RQ1: does more tree cover on a street mean a cooler night on that street?</a:t>
            </a:r>
          </a:p>
          <a:p>
            <a:r>
              <a:t>P2 Mina Park: RQ2: does it matter how the trees are placed? For example, a few big trees in a row, or many small trees spread out?</a:t>
            </a:r>
          </a:p>
          <a:p>
            <a:r>
              <a:t>P2 Mina Park: To answer them, they put sensors on sixty streets for a whole summer. Leo will tell you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 Leo Novak: Thanks, Mina. The team picked sixty streets in one large city. Each street got a small sensor every fifty meters.</a:t>
            </a:r>
          </a:p>
          <a:p>
            <a:r>
              <a:t>P3 Leo Novak: The sensors recorded the air temperature every ten minutes for ninety summer nights.</a:t>
            </a:r>
          </a:p>
          <a:p>
            <a:r>
              <a:t>P3 Leo Novak: They measured tree cover from satellite photos, and they only compared streets with similar buildings and traffic.</a:t>
            </a:r>
          </a:p>
          <a:p>
            <a:r>
              <a:t>P3 Leo Novak: That way, the difference between streets comes from the trees, not from the cars. Sara has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 Sara Ito: Here is the main result. Streets with about forty percent tree cover were 1.8 degrees cooler at night than bare streets.</a:t>
            </a:r>
          </a:p>
          <a:p>
            <a:r>
              <a:t>P4 Sara Ito: But the layout mattered even more. When the tree tops touched and made one long roof, the cooling almost doubled.</a:t>
            </a:r>
          </a:p>
          <a:p>
            <a:r>
              <a:t>P4 Sara Ito: Scattered trees helped much less. And below fifteen percent cover, the sensors could hardly see any effect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 Omar Haddad: My advice for cities is simple: plant in lines, not in dots. Join the trees you already have into green corridors.</a:t>
            </a:r>
          </a:p>
          <a:p>
            <a:r>
              <a:t>P5 Omar Haddad: Start with the hottest streets, and aim for at least forty percent cover there.</a:t>
            </a:r>
          </a:p>
          <a:p>
            <a:r>
              <a:t>P5 Omar Haddad: We also see limits. The study covers one city and one summer, so other climates may give different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Alex Rivera: To sum up: trees can cool our summer nights, but only when they work together. Thank you for listening. We are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107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B1C20"/>
                </a:solidFill>
              </a:rPr>
              <a:t>Green Streets at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80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PAPER TALK · JOURNAL OF IMAGINARY URBAN STUDIES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3400000"/>
            <a:ext cx="107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B1C20"/>
                </a:solidFill>
              </a:rPr>
              <a:t>Do street trees keep summer nights cooler?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560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D6270"/>
                </a:solidFill>
              </a:rPr>
              <a:t>P1 Alex Rivera  ·  P2 Mina Park  ·  P3 Leo Novak  ·  P4 Sara Ito  ·  P5 Omar Haddad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P1  ·  Fictional demo for EarCue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Why are summer nights getting hotter?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P2 Mina Park × P1 Alex Rivera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Poll: who could not sleep last summer?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Concrete stores heat by day and gives it back at night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Hot nights hurt sleep and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P2  ·  Fictional demo for EarCue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Trees as the city's air conditioner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P2 Mina Park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Shade: less heat stored by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Water: leaves release water and cool the 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Open question: does a single tree help at night?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P3  ·  Fictional demo for EarCue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Two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P2 Mina Park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RQ1: does tree cover lower night-time heat?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RQ2: does the layout of trees matter?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Next: how they measured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P4  ·  Fictional demo for EarCue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Sixty streets, one summer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P3 Leo Novak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60 streets, 90 nights, a sensor every 50 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Tree cover measured from summer satellite photos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Compared streets with similar buildings and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P5  ·  Fictional demo for EarCue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Connected shade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P4 Sara Ito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Streets with 40% cover were 1.8 °C cooler at night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Connected canopies beat scattered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Below 15% cover: almost no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P6  ·  Fictional demo for EarCue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Plant in lines, not in dots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P5 Omar Haddad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Join existing trees into green corridors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0666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0666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666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Aim for at least 40% cover on hot streets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332" y="2900000"/>
            <a:ext cx="3430666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332" y="3100000"/>
            <a:ext cx="2930666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332" y="3650000"/>
            <a:ext cx="2930666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Limits: one city, one summer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P7  ·  Fictional demo for EarCue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E4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520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48A12"/>
                </a:solidFill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B1C20"/>
                </a:solidFill>
              </a:rPr>
              <a:t>Shade together, sleep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050000"/>
            <a:ext cx="107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D6270"/>
                </a:solidFill>
              </a:rPr>
              <a:t>P1 Alex Rivera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900000"/>
            <a:ext cx="5271000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000" y="3100000"/>
            <a:ext cx="4771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00" y="3650000"/>
            <a:ext cx="4771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Trees cool nights when their canopies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1000" y="2900000"/>
            <a:ext cx="5271000" cy="23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1000" y="3100000"/>
            <a:ext cx="4771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48A1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000" y="3650000"/>
            <a:ext cx="4771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B1C20"/>
                </a:solidFill>
              </a:rPr>
              <a:t>Thank you · questions welcome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6298000"/>
            <a:ext cx="107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D6270"/>
                </a:solidFill>
              </a:rPr>
              <a:t>P8  ·  Fictional demo for EarCue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